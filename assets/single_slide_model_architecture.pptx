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81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3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EA5205-9124-D645-A790-A1D5626E9966}" type="datetimeFigureOut">
              <a:rPr lang="en-US" smtClean="0"/>
              <a:t>5/20/26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7D14B4-8689-7246-A59B-D574959C4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115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>
          <a:extLst>
            <a:ext uri="{FF2B5EF4-FFF2-40B4-BE49-F238E27FC236}">
              <a16:creationId xmlns:a16="http://schemas.microsoft.com/office/drawing/2014/main" id="{83C14465-D1B5-B0B4-E7EF-C67A7F18E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:notes">
            <a:extLst>
              <a:ext uri="{FF2B5EF4-FFF2-40B4-BE49-F238E27FC236}">
                <a16:creationId xmlns:a16="http://schemas.microsoft.com/office/drawing/2014/main" id="{2D47E858-E347-5B93-AAE0-00BE460165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6" name="Google Shape;206;p13:notes">
            <a:extLst>
              <a:ext uri="{FF2B5EF4-FFF2-40B4-BE49-F238E27FC236}">
                <a16:creationId xmlns:a16="http://schemas.microsoft.com/office/drawing/2014/main" id="{396FF9D2-C461-C7DF-AA0B-04CB1F4888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7" name="Google Shape;207;p13:notes">
            <a:extLst>
              <a:ext uri="{FF2B5EF4-FFF2-40B4-BE49-F238E27FC236}">
                <a16:creationId xmlns:a16="http://schemas.microsoft.com/office/drawing/2014/main" id="{B04C1806-8BD7-203C-F57A-454236029EF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1723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07442-1ADD-64A4-09B5-DC1D722055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E8B704-1C8C-8747-0850-2032A95B0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9F000-A679-6365-0524-A12545264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99E42-6D0D-104C-B8C7-A0A7996BF4EE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35536-B02F-26CD-C66D-52F8D4D22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5B2C7-83D7-FC07-D232-56ACD54ED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907D1-48EB-EE40-8C07-F1838CB74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278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D8A20-88B7-CD50-3506-20B33DDF8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42C74-F108-2AD4-C6DB-89869D393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A664D-82AB-D79A-C0AF-E596AD4B1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99E42-6D0D-104C-B8C7-A0A7996BF4EE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90C7C-2A9F-1E37-768B-6E6D93A2F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ADA49-4D71-99C0-20ED-34183B735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907D1-48EB-EE40-8C07-F1838CB74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564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097C7-D88D-27D5-20B5-617EB1436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61A18C-47C9-88C9-46DC-B177CB601D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50005-4C38-2FEC-6923-5496D092D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99E42-6D0D-104C-B8C7-A0A7996BF4EE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96CB0-968D-03F2-9A05-699918ED4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65BB4-29D0-A782-B282-1EE8F06A2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907D1-48EB-EE40-8C07-F1838CB74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598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BF85F-28D2-E47D-79EF-D3208A1FC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3BBDE-F45E-BE6D-7834-768D3E64A8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C348F8-EAD2-846C-D5A3-B0568E30E3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71D204-FA50-A76A-F3B6-00655AE9D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99E42-6D0D-104C-B8C7-A0A7996BF4EE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63B3E-CF8F-497E-B4A3-E0370F75D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767116-770D-F376-DD2F-29CCE1DDD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907D1-48EB-EE40-8C07-F1838CB74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902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D79A6-158F-D49D-0540-63BEA89B4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44856-A823-AAA7-4A22-4E1EC360DE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1EB02C-AC9D-4028-1A23-2EB61D78AB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DDE4D8-EA91-168A-3272-73BDF355AF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4BECB2-7BC7-F0F1-6F54-4054F5136A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64E079-EFAE-5CBC-F927-56E4C8F8C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99E42-6D0D-104C-B8C7-A0A7996BF4EE}" type="datetimeFigureOut">
              <a:rPr lang="en-US" smtClean="0"/>
              <a:t>5/20/26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03773B-584A-36CC-17A9-46EC62221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D84919-352E-CD59-7929-06027F13E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907D1-48EB-EE40-8C07-F1838CB74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521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82949-4B06-72F4-9741-535540311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666E87-51BA-835F-49AB-548FDAD78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99E42-6D0D-104C-B8C7-A0A7996BF4EE}" type="datetimeFigureOut">
              <a:rPr lang="en-US" smtClean="0"/>
              <a:t>5/20/26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239D00-B36F-6154-6DB5-3D846D5AC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EE305-76F3-F795-A7A2-52BC0C9A2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907D1-48EB-EE40-8C07-F1838CB74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853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D3B9E7-20FD-7A01-7188-28C8918DE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99E42-6D0D-104C-B8C7-A0A7996BF4EE}" type="datetimeFigureOut">
              <a:rPr lang="en-US" smtClean="0"/>
              <a:t>5/20/26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CC4BA4-A98E-0E5E-DE85-0ACD492DE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4A5763-2771-7213-B98B-50508C118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907D1-48EB-EE40-8C07-F1838CB74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434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9CB95-58A3-5757-A48E-2AE540DB9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3E9D0-178E-DAEC-F23E-6E4B599F0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2DA540-C713-61D6-831B-603F638A0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811032-9131-0445-E4D3-CA1F9764E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99E42-6D0D-104C-B8C7-A0A7996BF4EE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8DB10E-21B6-0EBB-6E03-C9EA5F50C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F41F6B-BC5B-E132-72F4-60AA06CEE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907D1-48EB-EE40-8C07-F1838CB74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03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CEB6C-2CBA-52C4-43DE-060FB1EED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FB54F1-5A91-7763-C696-85FC3F1872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B0BB72-DB18-313D-D807-F9CA186EB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C7DFAD-4464-4762-7095-004263FC6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99E42-6D0D-104C-B8C7-A0A7996BF4EE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45C1B0-9116-40F7-A7DD-F623A4A1D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1A9AE1-E809-E4D4-8C3A-6A7400BA9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907D1-48EB-EE40-8C07-F1838CB74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570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5E366-1A91-50C9-C630-91205115E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AF42DA-9E7D-0F82-5FF3-2A8D07C495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9E552-C9B5-FC0E-70A3-19434877E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99E42-6D0D-104C-B8C7-A0A7996BF4EE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1EE2E-AACF-C712-0B29-598F920A4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FA4E1-42A2-4426-C37F-019482BF0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907D1-48EB-EE40-8C07-F1838CB74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802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DCA69C-3411-F22C-13FA-A667098592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73AF25-971F-BC49-C4CC-9EECBCFB97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45C8B-CAE6-AF3A-CDFF-B2CD0F6DE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99E42-6D0D-104C-B8C7-A0A7996BF4EE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74BC8-9FCF-8137-15D8-C1038485F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23BEC-C017-A448-CE57-156B83061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907D1-48EB-EE40-8C07-F1838CB74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41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1CA80A-099B-A7F2-7DE5-3FB137F11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AE1EE-AF76-14C2-C239-50D68D98E8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5B59D-5BF3-A424-7306-31BE3CFDBF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A99E42-6D0D-104C-B8C7-A0A7996BF4EE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CBEA6-021E-8B2F-107C-505B4C65D2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CC2E5-46C7-E36C-7E65-BE5FE888B0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8907D1-48EB-EE40-8C07-F1838CB74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18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.png"/><Relationship Id="rId18" Type="http://schemas.openxmlformats.org/officeDocument/2006/relationships/image" Target="../media/image13.png"/><Relationship Id="rId26" Type="http://schemas.openxmlformats.org/officeDocument/2006/relationships/image" Target="../media/image19.png"/><Relationship Id="rId3" Type="http://schemas.openxmlformats.org/officeDocument/2006/relationships/image" Target="../media/image1.png"/><Relationship Id="rId21" Type="http://schemas.microsoft.com/office/2007/relationships/hdphoto" Target="../media/hdphoto4.wdp"/><Relationship Id="rId34" Type="http://schemas.openxmlformats.org/officeDocument/2006/relationships/image" Target="../media/image27.gif"/><Relationship Id="rId7" Type="http://schemas.openxmlformats.org/officeDocument/2006/relationships/image" Target="../media/image2.png"/><Relationship Id="rId12" Type="http://schemas.openxmlformats.org/officeDocument/2006/relationships/image" Target="../media/image7.png"/><Relationship Id="rId17" Type="http://schemas.openxmlformats.org/officeDocument/2006/relationships/image" Target="../media/image12.png"/><Relationship Id="rId25" Type="http://schemas.openxmlformats.org/officeDocument/2006/relationships/image" Target="../media/image18.png"/><Relationship Id="rId33" Type="http://schemas.openxmlformats.org/officeDocument/2006/relationships/image" Target="../media/image26.gif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1.png"/><Relationship Id="rId20" Type="http://schemas.openxmlformats.org/officeDocument/2006/relationships/image" Target="../media/image15.png"/><Relationship Id="rId29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11" Type="http://schemas.openxmlformats.org/officeDocument/2006/relationships/image" Target="../media/image6.png"/><Relationship Id="rId24" Type="http://schemas.openxmlformats.org/officeDocument/2006/relationships/image" Target="../media/image17.png"/><Relationship Id="rId32" Type="http://schemas.openxmlformats.org/officeDocument/2006/relationships/image" Target="../media/image25.png"/><Relationship Id="rId5" Type="http://schemas.microsoft.com/office/2007/relationships/hdphoto" Target="../media/hdphoto2.wdp"/><Relationship Id="rId15" Type="http://schemas.openxmlformats.org/officeDocument/2006/relationships/image" Target="../media/image10.png"/><Relationship Id="rId23" Type="http://schemas.microsoft.com/office/2007/relationships/hdphoto" Target="../media/hdphoto5.wdp"/><Relationship Id="rId28" Type="http://schemas.openxmlformats.org/officeDocument/2006/relationships/image" Target="../media/image21.png"/><Relationship Id="rId10" Type="http://schemas.openxmlformats.org/officeDocument/2006/relationships/image" Target="../media/image5.png"/><Relationship Id="rId19" Type="http://schemas.openxmlformats.org/officeDocument/2006/relationships/image" Target="../media/image14.png"/><Relationship Id="rId31" Type="http://schemas.openxmlformats.org/officeDocument/2006/relationships/image" Target="../media/image24.svg"/><Relationship Id="rId4" Type="http://schemas.microsoft.com/office/2007/relationships/hdphoto" Target="../media/hdphoto1.wdp"/><Relationship Id="rId9" Type="http://schemas.openxmlformats.org/officeDocument/2006/relationships/image" Target="../media/image4.png"/><Relationship Id="rId14" Type="http://schemas.openxmlformats.org/officeDocument/2006/relationships/image" Target="../media/image9.png"/><Relationship Id="rId22" Type="http://schemas.openxmlformats.org/officeDocument/2006/relationships/image" Target="../media/image16.png"/><Relationship Id="rId27" Type="http://schemas.openxmlformats.org/officeDocument/2006/relationships/image" Target="../media/image20.png"/><Relationship Id="rId30" Type="http://schemas.openxmlformats.org/officeDocument/2006/relationships/image" Target="../media/image23.svg"/><Relationship Id="rId8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>
          <a:extLst>
            <a:ext uri="{FF2B5EF4-FFF2-40B4-BE49-F238E27FC236}">
              <a16:creationId xmlns:a16="http://schemas.microsoft.com/office/drawing/2014/main" id="{893EDF00-BBCC-7487-152D-49EFEB11D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line on a white background&#10;&#10;AI-generated content may be incorrect.">
            <a:extLst>
              <a:ext uri="{FF2B5EF4-FFF2-40B4-BE49-F238E27FC236}">
                <a16:creationId xmlns:a16="http://schemas.microsoft.com/office/drawing/2014/main" id="{38639926-39DF-BE26-9866-0454C07E57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3125" t="2853" r="3146" b="1411"/>
          <a:stretch>
            <a:fillRect/>
          </a:stretch>
        </p:blipFill>
        <p:spPr>
          <a:xfrm>
            <a:off x="7923159" y="2187208"/>
            <a:ext cx="352425" cy="317500"/>
          </a:xfrm>
          <a:prstGeom prst="rect">
            <a:avLst/>
          </a:prstGeom>
        </p:spPr>
      </p:pic>
      <p:pic>
        <p:nvPicPr>
          <p:cNvPr id="7" name="Picture 6" descr="A black line on a white background&#10;&#10;AI-generated content may be incorrect.">
            <a:extLst>
              <a:ext uri="{FF2B5EF4-FFF2-40B4-BE49-F238E27FC236}">
                <a16:creationId xmlns:a16="http://schemas.microsoft.com/office/drawing/2014/main" id="{C5798E07-D92D-A4CA-E991-A30389C488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2866" t="2443" r="2561" b="1819"/>
          <a:stretch>
            <a:fillRect/>
          </a:stretch>
        </p:blipFill>
        <p:spPr>
          <a:xfrm>
            <a:off x="7919983" y="2961905"/>
            <a:ext cx="355601" cy="317501"/>
          </a:xfrm>
          <a:prstGeom prst="rect">
            <a:avLst/>
          </a:prstGeom>
        </p:spPr>
      </p:pic>
      <p:pic>
        <p:nvPicPr>
          <p:cNvPr id="9" name="Picture 8" descr="A black line on a white background&#10;&#10;AI-generated content may be incorrect.">
            <a:extLst>
              <a:ext uri="{FF2B5EF4-FFF2-40B4-BE49-F238E27FC236}">
                <a16:creationId xmlns:a16="http://schemas.microsoft.com/office/drawing/2014/main" id="{45B77DA9-8AB9-EBEB-FFB4-AECC6B4E60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2195" t="1736" r="2388" b="2528"/>
          <a:stretch>
            <a:fillRect/>
          </a:stretch>
        </p:blipFill>
        <p:spPr>
          <a:xfrm>
            <a:off x="7907284" y="3752482"/>
            <a:ext cx="358775" cy="317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A02D49-EB39-243D-1BBE-5CE9F2D59FC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6463" r="6463"/>
          <a:stretch/>
        </p:blipFill>
        <p:spPr>
          <a:xfrm flipV="1">
            <a:off x="6983693" y="3640439"/>
            <a:ext cx="450231" cy="5060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AEEE921-ADC6-3781-42DC-84034148034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6483" r="6483"/>
          <a:stretch/>
        </p:blipFill>
        <p:spPr>
          <a:xfrm flipV="1">
            <a:off x="6982817" y="2865213"/>
            <a:ext cx="450231" cy="49713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B8D1ED8-0476-552E-DBA8-6A8A9B9FAB5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4538" r="4538"/>
          <a:stretch/>
        </p:blipFill>
        <p:spPr>
          <a:xfrm flipV="1">
            <a:off x="6978536" y="2051268"/>
            <a:ext cx="450231" cy="50606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FC4137A-8E26-BE66-0127-BDF528304D53}"/>
              </a:ext>
            </a:extLst>
          </p:cNvPr>
          <p:cNvSpPr txBox="1"/>
          <p:nvPr/>
        </p:nvSpPr>
        <p:spPr>
          <a:xfrm>
            <a:off x="1898125" y="1213868"/>
            <a:ext cx="14451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Natural Image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A5480CAF-8784-7E55-EF02-3F99E0E19D61}"/>
              </a:ext>
            </a:extLst>
          </p:cNvPr>
          <p:cNvCxnSpPr>
            <a:cxnSpLocks/>
          </p:cNvCxnSpPr>
          <p:nvPr/>
        </p:nvCxnSpPr>
        <p:spPr>
          <a:xfrm>
            <a:off x="3516189" y="2504708"/>
            <a:ext cx="347472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022664FC-B1BA-EBB2-59D2-D1F7AF37E19C}"/>
              </a:ext>
            </a:extLst>
          </p:cNvPr>
          <p:cNvSpPr txBox="1"/>
          <p:nvPr/>
        </p:nvSpPr>
        <p:spPr>
          <a:xfrm>
            <a:off x="4108106" y="1213869"/>
            <a:ext cx="30160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Sensory degraded signal</a:t>
            </a:r>
          </a:p>
        </p:txBody>
      </p:sp>
      <p:sp>
        <p:nvSpPr>
          <p:cNvPr id="59" name="Left Brace 58">
            <a:extLst>
              <a:ext uri="{FF2B5EF4-FFF2-40B4-BE49-F238E27FC236}">
                <a16:creationId xmlns:a16="http://schemas.microsoft.com/office/drawing/2014/main" id="{C06B84F3-BF3C-4AB8-F00E-8EA73A75DC26}"/>
              </a:ext>
            </a:extLst>
          </p:cNvPr>
          <p:cNvSpPr/>
          <p:nvPr/>
        </p:nvSpPr>
        <p:spPr>
          <a:xfrm rot="5400000">
            <a:off x="5074521" y="592213"/>
            <a:ext cx="153887" cy="2132937"/>
          </a:xfrm>
          <a:prstGeom prst="leftBrac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3219F4E-2BEC-6590-0238-1D4993A737B0}"/>
              </a:ext>
            </a:extLst>
          </p:cNvPr>
          <p:cNvSpPr txBox="1"/>
          <p:nvPr/>
        </p:nvSpPr>
        <p:spPr>
          <a:xfrm>
            <a:off x="7265685" y="1214860"/>
            <a:ext cx="2294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Linear Nonlinear Encoder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2" name="TextBox 451">
                <a:extLst>
                  <a:ext uri="{FF2B5EF4-FFF2-40B4-BE49-F238E27FC236}">
                    <a16:creationId xmlns:a16="http://schemas.microsoft.com/office/drawing/2014/main" id="{4C1A529A-578E-18E1-EAF9-14596EB31626}"/>
                  </a:ext>
                </a:extLst>
              </p:cNvPr>
              <p:cNvSpPr txBox="1"/>
              <p:nvPr/>
            </p:nvSpPr>
            <p:spPr>
              <a:xfrm>
                <a:off x="5883647" y="2064355"/>
                <a:ext cx="202491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452" name="TextBox 451">
                <a:extLst>
                  <a:ext uri="{FF2B5EF4-FFF2-40B4-BE49-F238E27FC236}">
                    <a16:creationId xmlns:a16="http://schemas.microsoft.com/office/drawing/2014/main" id="{4C1A529A-578E-18E1-EAF9-14596EB316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3647" y="2064355"/>
                <a:ext cx="202491" cy="246221"/>
              </a:xfrm>
              <a:prstGeom prst="rect">
                <a:avLst/>
              </a:prstGeom>
              <a:blipFill>
                <a:blip r:embed="rId10"/>
                <a:stretch>
                  <a:fillRect l="-29412" r="-52941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3" name="TextBox 452">
                <a:extLst>
                  <a:ext uri="{FF2B5EF4-FFF2-40B4-BE49-F238E27FC236}">
                    <a16:creationId xmlns:a16="http://schemas.microsoft.com/office/drawing/2014/main" id="{16B8FDDE-4E88-BD7F-BDA0-4C5787A8C81D}"/>
                  </a:ext>
                </a:extLst>
              </p:cNvPr>
              <p:cNvSpPr txBox="1"/>
              <p:nvPr/>
            </p:nvSpPr>
            <p:spPr>
              <a:xfrm>
                <a:off x="7039020" y="1798426"/>
                <a:ext cx="369509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453" name="TextBox 452">
                <a:extLst>
                  <a:ext uri="{FF2B5EF4-FFF2-40B4-BE49-F238E27FC236}">
                    <a16:creationId xmlns:a16="http://schemas.microsoft.com/office/drawing/2014/main" id="{16B8FDDE-4E88-BD7F-BDA0-4C5787A8C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9020" y="1798426"/>
                <a:ext cx="369509" cy="246221"/>
              </a:xfrm>
              <a:prstGeom prst="rect">
                <a:avLst/>
              </a:prstGeom>
              <a:blipFill>
                <a:blip r:embed="rId11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4" name="TextBox 453">
                <a:extLst>
                  <a:ext uri="{FF2B5EF4-FFF2-40B4-BE49-F238E27FC236}">
                    <a16:creationId xmlns:a16="http://schemas.microsoft.com/office/drawing/2014/main" id="{BF2060F2-ED91-8B70-680B-E1708E28390F}"/>
                  </a:ext>
                </a:extLst>
              </p:cNvPr>
              <p:cNvSpPr txBox="1"/>
              <p:nvPr/>
            </p:nvSpPr>
            <p:spPr>
              <a:xfrm>
                <a:off x="7046653" y="2597722"/>
                <a:ext cx="375699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454" name="TextBox 453">
                <a:extLst>
                  <a:ext uri="{FF2B5EF4-FFF2-40B4-BE49-F238E27FC236}">
                    <a16:creationId xmlns:a16="http://schemas.microsoft.com/office/drawing/2014/main" id="{BF2060F2-ED91-8B70-680B-E1708E283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6653" y="2597722"/>
                <a:ext cx="375699" cy="246221"/>
              </a:xfrm>
              <a:prstGeom prst="rect">
                <a:avLst/>
              </a:prstGeom>
              <a:blipFill>
                <a:blip r:embed="rId12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5" name="TextBox 454">
                <a:extLst>
                  <a:ext uri="{FF2B5EF4-FFF2-40B4-BE49-F238E27FC236}">
                    <a16:creationId xmlns:a16="http://schemas.microsoft.com/office/drawing/2014/main" id="{CB477304-734A-BE58-18F2-A128AB240066}"/>
                  </a:ext>
                </a:extLst>
              </p:cNvPr>
              <p:cNvSpPr txBox="1"/>
              <p:nvPr/>
            </p:nvSpPr>
            <p:spPr>
              <a:xfrm>
                <a:off x="7048467" y="3369868"/>
                <a:ext cx="346364" cy="26353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455" name="TextBox 454">
                <a:extLst>
                  <a:ext uri="{FF2B5EF4-FFF2-40B4-BE49-F238E27FC236}">
                    <a16:creationId xmlns:a16="http://schemas.microsoft.com/office/drawing/2014/main" id="{CB477304-734A-BE58-18F2-A128AB2400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8467" y="3369868"/>
                <a:ext cx="346364" cy="263534"/>
              </a:xfrm>
              <a:prstGeom prst="rect">
                <a:avLst/>
              </a:prstGeom>
              <a:blipFill>
                <a:blip r:embed="rId13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3" name="Rectangle 462">
            <a:extLst>
              <a:ext uri="{FF2B5EF4-FFF2-40B4-BE49-F238E27FC236}">
                <a16:creationId xmlns:a16="http://schemas.microsoft.com/office/drawing/2014/main" id="{866D586E-681F-E90C-A379-0CFA4B3CB015}"/>
              </a:ext>
            </a:extLst>
          </p:cNvPr>
          <p:cNvSpPr/>
          <p:nvPr/>
        </p:nvSpPr>
        <p:spPr>
          <a:xfrm>
            <a:off x="7868103" y="2066950"/>
            <a:ext cx="438912" cy="4846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4" name="TextBox 463">
                <a:extLst>
                  <a:ext uri="{FF2B5EF4-FFF2-40B4-BE49-F238E27FC236}">
                    <a16:creationId xmlns:a16="http://schemas.microsoft.com/office/drawing/2014/main" id="{6ED5DDC5-CCC7-CD03-125B-6358EFFC14BA}"/>
                  </a:ext>
                </a:extLst>
              </p:cNvPr>
              <p:cNvSpPr txBox="1"/>
              <p:nvPr/>
            </p:nvSpPr>
            <p:spPr>
              <a:xfrm>
                <a:off x="7953260" y="1798426"/>
                <a:ext cx="359348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464" name="TextBox 463">
                <a:extLst>
                  <a:ext uri="{FF2B5EF4-FFF2-40B4-BE49-F238E27FC236}">
                    <a16:creationId xmlns:a16="http://schemas.microsoft.com/office/drawing/2014/main" id="{6ED5DDC5-CCC7-CD03-125B-6358EFFC14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3260" y="1798426"/>
                <a:ext cx="359348" cy="246221"/>
              </a:xfrm>
              <a:prstGeom prst="rect">
                <a:avLst/>
              </a:prstGeom>
              <a:blipFill>
                <a:blip r:embed="rId14"/>
                <a:stretch>
                  <a:fillRect l="-6897"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5" name="Rectangle 464">
            <a:extLst>
              <a:ext uri="{FF2B5EF4-FFF2-40B4-BE49-F238E27FC236}">
                <a16:creationId xmlns:a16="http://schemas.microsoft.com/office/drawing/2014/main" id="{049B14B9-4524-20F5-93A7-D19F14181904}"/>
              </a:ext>
            </a:extLst>
          </p:cNvPr>
          <p:cNvSpPr/>
          <p:nvPr/>
        </p:nvSpPr>
        <p:spPr>
          <a:xfrm>
            <a:off x="7868103" y="2865864"/>
            <a:ext cx="438912" cy="4846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66" name="Rectangle 465">
            <a:extLst>
              <a:ext uri="{FF2B5EF4-FFF2-40B4-BE49-F238E27FC236}">
                <a16:creationId xmlns:a16="http://schemas.microsoft.com/office/drawing/2014/main" id="{F05B5A75-AC46-D8B7-3D43-8587C2A6EC5F}"/>
              </a:ext>
            </a:extLst>
          </p:cNvPr>
          <p:cNvSpPr/>
          <p:nvPr/>
        </p:nvSpPr>
        <p:spPr>
          <a:xfrm>
            <a:off x="7854242" y="3650188"/>
            <a:ext cx="438912" cy="4846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7" name="TextBox 466">
                <a:extLst>
                  <a:ext uri="{FF2B5EF4-FFF2-40B4-BE49-F238E27FC236}">
                    <a16:creationId xmlns:a16="http://schemas.microsoft.com/office/drawing/2014/main" id="{2C7CE5F4-FFC2-5E98-D629-61A6348A2E79}"/>
                  </a:ext>
                </a:extLst>
              </p:cNvPr>
              <p:cNvSpPr txBox="1"/>
              <p:nvPr/>
            </p:nvSpPr>
            <p:spPr>
              <a:xfrm>
                <a:off x="7926587" y="2597722"/>
                <a:ext cx="365441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467" name="TextBox 466">
                <a:extLst>
                  <a:ext uri="{FF2B5EF4-FFF2-40B4-BE49-F238E27FC236}">
                    <a16:creationId xmlns:a16="http://schemas.microsoft.com/office/drawing/2014/main" id="{2C7CE5F4-FFC2-5E98-D629-61A6348A2E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6587" y="2597722"/>
                <a:ext cx="365441" cy="246221"/>
              </a:xfrm>
              <a:prstGeom prst="rect">
                <a:avLst/>
              </a:prstGeom>
              <a:blipFill>
                <a:blip r:embed="rId15"/>
                <a:stretch>
                  <a:fillRect l="-6897" b="-23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0" name="TextBox 469">
                <a:extLst>
                  <a:ext uri="{FF2B5EF4-FFF2-40B4-BE49-F238E27FC236}">
                    <a16:creationId xmlns:a16="http://schemas.microsoft.com/office/drawing/2014/main" id="{04856F98-A6E3-98B7-F2BB-A0F767EA329D}"/>
                  </a:ext>
                </a:extLst>
              </p:cNvPr>
              <p:cNvSpPr txBox="1"/>
              <p:nvPr/>
            </p:nvSpPr>
            <p:spPr>
              <a:xfrm>
                <a:off x="7947436" y="3369869"/>
                <a:ext cx="339473" cy="26353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470" name="TextBox 469">
                <a:extLst>
                  <a:ext uri="{FF2B5EF4-FFF2-40B4-BE49-F238E27FC236}">
                    <a16:creationId xmlns:a16="http://schemas.microsoft.com/office/drawing/2014/main" id="{04856F98-A6E3-98B7-F2BB-A0F767EA32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7436" y="3369869"/>
                <a:ext cx="339473" cy="263534"/>
              </a:xfrm>
              <a:prstGeom prst="rect">
                <a:avLst/>
              </a:prstGeom>
              <a:blipFill>
                <a:blip r:embed="rId16"/>
                <a:stretch>
                  <a:fillRect l="-7143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3" name="Straight Arrow Connector 482">
            <a:extLst>
              <a:ext uri="{FF2B5EF4-FFF2-40B4-BE49-F238E27FC236}">
                <a16:creationId xmlns:a16="http://schemas.microsoft.com/office/drawing/2014/main" id="{0D3E3C9B-6789-CC98-056E-7FA2BEFC4847}"/>
              </a:ext>
            </a:extLst>
          </p:cNvPr>
          <p:cNvCxnSpPr>
            <a:cxnSpLocks/>
          </p:cNvCxnSpPr>
          <p:nvPr/>
        </p:nvCxnSpPr>
        <p:spPr>
          <a:xfrm flipV="1">
            <a:off x="8413136" y="2214850"/>
            <a:ext cx="225044" cy="1403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4" name="Straight Arrow Connector 483">
            <a:extLst>
              <a:ext uri="{FF2B5EF4-FFF2-40B4-BE49-F238E27FC236}">
                <a16:creationId xmlns:a16="http://schemas.microsoft.com/office/drawing/2014/main" id="{49754A36-1F61-0595-87D3-ED20BE634F0B}"/>
              </a:ext>
            </a:extLst>
          </p:cNvPr>
          <p:cNvCxnSpPr>
            <a:cxnSpLocks/>
          </p:cNvCxnSpPr>
          <p:nvPr/>
        </p:nvCxnSpPr>
        <p:spPr>
          <a:xfrm flipV="1">
            <a:off x="8391644" y="3007580"/>
            <a:ext cx="225044" cy="1403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5" name="Straight Arrow Connector 484">
            <a:extLst>
              <a:ext uri="{FF2B5EF4-FFF2-40B4-BE49-F238E27FC236}">
                <a16:creationId xmlns:a16="http://schemas.microsoft.com/office/drawing/2014/main" id="{9D7D8C74-A464-B233-5923-60BE39E767B7}"/>
              </a:ext>
            </a:extLst>
          </p:cNvPr>
          <p:cNvCxnSpPr>
            <a:cxnSpLocks/>
          </p:cNvCxnSpPr>
          <p:nvPr/>
        </p:nvCxnSpPr>
        <p:spPr>
          <a:xfrm flipV="1">
            <a:off x="8402391" y="3800312"/>
            <a:ext cx="225044" cy="1403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86" name="TextBox 485">
                <a:extLst>
                  <a:ext uri="{FF2B5EF4-FFF2-40B4-BE49-F238E27FC236}">
                    <a16:creationId xmlns:a16="http://schemas.microsoft.com/office/drawing/2014/main" id="{69F978C6-15CD-C8C7-8865-CCB06E6110DB}"/>
                  </a:ext>
                </a:extLst>
              </p:cNvPr>
              <p:cNvSpPr txBox="1"/>
              <p:nvPr/>
            </p:nvSpPr>
            <p:spPr>
              <a:xfrm>
                <a:off x="8807269" y="1798426"/>
                <a:ext cx="250975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486" name="TextBox 485">
                <a:extLst>
                  <a:ext uri="{FF2B5EF4-FFF2-40B4-BE49-F238E27FC236}">
                    <a16:creationId xmlns:a16="http://schemas.microsoft.com/office/drawing/2014/main" id="{69F978C6-15CD-C8C7-8865-CCB06E6110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7269" y="1798426"/>
                <a:ext cx="250975" cy="246221"/>
              </a:xfrm>
              <a:prstGeom prst="rect">
                <a:avLst/>
              </a:prstGeom>
              <a:blipFill>
                <a:blip r:embed="rId17"/>
                <a:stretch>
                  <a:fillRect l="-19048"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7" name="TextBox 486">
                <a:extLst>
                  <a:ext uri="{FF2B5EF4-FFF2-40B4-BE49-F238E27FC236}">
                    <a16:creationId xmlns:a16="http://schemas.microsoft.com/office/drawing/2014/main" id="{734C07FA-F875-85FE-7674-28EB904CD58B}"/>
                  </a:ext>
                </a:extLst>
              </p:cNvPr>
              <p:cNvSpPr txBox="1"/>
              <p:nvPr/>
            </p:nvSpPr>
            <p:spPr>
              <a:xfrm>
                <a:off x="8815792" y="2597722"/>
                <a:ext cx="256407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487" name="TextBox 486">
                <a:extLst>
                  <a:ext uri="{FF2B5EF4-FFF2-40B4-BE49-F238E27FC236}">
                    <a16:creationId xmlns:a16="http://schemas.microsoft.com/office/drawing/2014/main" id="{734C07FA-F875-85FE-7674-28EB904CD5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5792" y="2597722"/>
                <a:ext cx="256407" cy="246221"/>
              </a:xfrm>
              <a:prstGeom prst="rect">
                <a:avLst/>
              </a:prstGeom>
              <a:blipFill>
                <a:blip r:embed="rId18"/>
                <a:stretch>
                  <a:fillRect l="-19048" b="-23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8" name="TextBox 487">
                <a:extLst>
                  <a:ext uri="{FF2B5EF4-FFF2-40B4-BE49-F238E27FC236}">
                    <a16:creationId xmlns:a16="http://schemas.microsoft.com/office/drawing/2014/main" id="{5BB46781-193C-1B1F-1A76-E3EBB0525112}"/>
                  </a:ext>
                </a:extLst>
              </p:cNvPr>
              <p:cNvSpPr txBox="1"/>
              <p:nvPr/>
            </p:nvSpPr>
            <p:spPr>
              <a:xfrm>
                <a:off x="8810517" y="3369868"/>
                <a:ext cx="233139" cy="26353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488" name="TextBox 487">
                <a:extLst>
                  <a:ext uri="{FF2B5EF4-FFF2-40B4-BE49-F238E27FC236}">
                    <a16:creationId xmlns:a16="http://schemas.microsoft.com/office/drawing/2014/main" id="{5BB46781-193C-1B1F-1A76-E3EBB0525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0517" y="3369868"/>
                <a:ext cx="233139" cy="263534"/>
              </a:xfrm>
              <a:prstGeom prst="rect">
                <a:avLst/>
              </a:prstGeom>
              <a:blipFill>
                <a:blip r:embed="rId19"/>
                <a:stretch>
                  <a:fillRect l="-20000" r="-5000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89" name="Picture 488" descr="A graph of a function&#10;&#10;AI-generated content may be incorrect.">
            <a:extLst>
              <a:ext uri="{FF2B5EF4-FFF2-40B4-BE49-F238E27FC236}">
                <a16:creationId xmlns:a16="http://schemas.microsoft.com/office/drawing/2014/main" id="{1470D84A-D198-CD2A-2809-ADF2AD66E00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artisticPhotocopy/>
                    </a14:imgEffect>
                  </a14:imgLayer>
                </a14:imgProps>
              </a:ext>
            </a:extLst>
          </a:blip>
          <a:srcRect t="2060" r="5537" b="76135"/>
          <a:stretch>
            <a:fillRect/>
          </a:stretch>
        </p:blipFill>
        <p:spPr>
          <a:xfrm>
            <a:off x="8707623" y="2073108"/>
            <a:ext cx="444455" cy="499132"/>
          </a:xfrm>
          <a:prstGeom prst="rect">
            <a:avLst/>
          </a:prstGeom>
        </p:spPr>
      </p:pic>
      <p:pic>
        <p:nvPicPr>
          <p:cNvPr id="490" name="Picture 489">
            <a:extLst>
              <a:ext uri="{FF2B5EF4-FFF2-40B4-BE49-F238E27FC236}">
                <a16:creationId xmlns:a16="http://schemas.microsoft.com/office/drawing/2014/main" id="{CE2F3DB1-9535-E789-5117-C11F88BF023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artisticPhotocopy/>
                    </a14:imgEffect>
                  </a14:imgLayer>
                </a14:imgProps>
              </a:ext>
            </a:extLst>
          </a:blip>
          <a:srcRect t="24" b="24"/>
          <a:stretch/>
        </p:blipFill>
        <p:spPr>
          <a:xfrm>
            <a:off x="8730147" y="2868709"/>
            <a:ext cx="450231" cy="517739"/>
          </a:xfrm>
          <a:prstGeom prst="rect">
            <a:avLst/>
          </a:prstGeom>
        </p:spPr>
      </p:pic>
      <p:pic>
        <p:nvPicPr>
          <p:cNvPr id="491" name="Picture 490">
            <a:extLst>
              <a:ext uri="{FF2B5EF4-FFF2-40B4-BE49-F238E27FC236}">
                <a16:creationId xmlns:a16="http://schemas.microsoft.com/office/drawing/2014/main" id="{95F2BA67-F7E3-96AB-13CF-2AE50880B8D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artisticPhotocopy/>
                    </a14:imgEffect>
                  </a14:imgLayer>
                </a14:imgProps>
              </a:ext>
            </a:extLst>
          </a:blip>
          <a:srcRect t="24" b="24"/>
          <a:stretch/>
        </p:blipFill>
        <p:spPr>
          <a:xfrm>
            <a:off x="8709479" y="3661866"/>
            <a:ext cx="463593" cy="51773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92" name="TextBox 491">
                <a:extLst>
                  <a:ext uri="{FF2B5EF4-FFF2-40B4-BE49-F238E27FC236}">
                    <a16:creationId xmlns:a16="http://schemas.microsoft.com/office/drawing/2014/main" id="{49F76989-BDE2-21FB-932C-7799116607ED}"/>
                  </a:ext>
                </a:extLst>
              </p:cNvPr>
              <p:cNvSpPr txBox="1"/>
              <p:nvPr/>
            </p:nvSpPr>
            <p:spPr>
              <a:xfrm>
                <a:off x="9965459" y="2081478"/>
                <a:ext cx="372208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492" name="TextBox 491">
                <a:extLst>
                  <a:ext uri="{FF2B5EF4-FFF2-40B4-BE49-F238E27FC236}">
                    <a16:creationId xmlns:a16="http://schemas.microsoft.com/office/drawing/2014/main" id="{49F76989-BDE2-21FB-932C-7799116607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5459" y="2081478"/>
                <a:ext cx="372208" cy="246221"/>
              </a:xfrm>
              <a:prstGeom prst="rect">
                <a:avLst/>
              </a:prstGeom>
              <a:blipFill>
                <a:blip r:embed="rId24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3" name="TextBox 492">
                <a:extLst>
                  <a:ext uri="{FF2B5EF4-FFF2-40B4-BE49-F238E27FC236}">
                    <a16:creationId xmlns:a16="http://schemas.microsoft.com/office/drawing/2014/main" id="{695AC495-5023-B905-D3DA-403872F32F7E}"/>
                  </a:ext>
                </a:extLst>
              </p:cNvPr>
              <p:cNvSpPr txBox="1"/>
              <p:nvPr/>
            </p:nvSpPr>
            <p:spPr>
              <a:xfrm>
                <a:off x="9965460" y="2917835"/>
                <a:ext cx="380489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493" name="TextBox 492">
                <a:extLst>
                  <a:ext uri="{FF2B5EF4-FFF2-40B4-BE49-F238E27FC236}">
                    <a16:creationId xmlns:a16="http://schemas.microsoft.com/office/drawing/2014/main" id="{695AC495-5023-B905-D3DA-403872F32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5460" y="2917835"/>
                <a:ext cx="380489" cy="246221"/>
              </a:xfrm>
              <a:prstGeom prst="rect">
                <a:avLst/>
              </a:prstGeom>
              <a:blipFill>
                <a:blip r:embed="rId25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4" name="TextBox 493">
                <a:extLst>
                  <a:ext uri="{FF2B5EF4-FFF2-40B4-BE49-F238E27FC236}">
                    <a16:creationId xmlns:a16="http://schemas.microsoft.com/office/drawing/2014/main" id="{29C75625-E995-E814-A23F-AA4717358D26}"/>
                  </a:ext>
                </a:extLst>
              </p:cNvPr>
              <p:cNvSpPr txBox="1"/>
              <p:nvPr/>
            </p:nvSpPr>
            <p:spPr>
              <a:xfrm>
                <a:off x="9965460" y="3665496"/>
                <a:ext cx="341237" cy="26353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494" name="TextBox 493">
                <a:extLst>
                  <a:ext uri="{FF2B5EF4-FFF2-40B4-BE49-F238E27FC236}">
                    <a16:creationId xmlns:a16="http://schemas.microsoft.com/office/drawing/2014/main" id="{29C75625-E995-E814-A23F-AA4717358D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5460" y="3665496"/>
                <a:ext cx="341237" cy="263534"/>
              </a:xfrm>
              <a:prstGeom prst="rect">
                <a:avLst/>
              </a:prstGeom>
              <a:blipFill>
                <a:blip r:embed="rId26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8" name="Straight Arrow Connector 567">
            <a:extLst>
              <a:ext uri="{FF2B5EF4-FFF2-40B4-BE49-F238E27FC236}">
                <a16:creationId xmlns:a16="http://schemas.microsoft.com/office/drawing/2014/main" id="{A5418E20-A408-1555-2807-EC59C24D9F0A}"/>
              </a:ext>
            </a:extLst>
          </p:cNvPr>
          <p:cNvCxnSpPr>
            <a:cxnSpLocks/>
          </p:cNvCxnSpPr>
          <p:nvPr/>
        </p:nvCxnSpPr>
        <p:spPr>
          <a:xfrm>
            <a:off x="6540403" y="2215552"/>
            <a:ext cx="363323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9" name="Straight Arrow Connector 568">
            <a:extLst>
              <a:ext uri="{FF2B5EF4-FFF2-40B4-BE49-F238E27FC236}">
                <a16:creationId xmlns:a16="http://schemas.microsoft.com/office/drawing/2014/main" id="{DFBC2E31-E83F-165A-942D-21B99372DC6F}"/>
              </a:ext>
            </a:extLst>
          </p:cNvPr>
          <p:cNvCxnSpPr>
            <a:cxnSpLocks/>
          </p:cNvCxnSpPr>
          <p:nvPr/>
        </p:nvCxnSpPr>
        <p:spPr>
          <a:xfrm>
            <a:off x="6540404" y="3007163"/>
            <a:ext cx="363324" cy="2239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0" name="Straight Arrow Connector 569">
            <a:extLst>
              <a:ext uri="{FF2B5EF4-FFF2-40B4-BE49-F238E27FC236}">
                <a16:creationId xmlns:a16="http://schemas.microsoft.com/office/drawing/2014/main" id="{12CAFA38-C22E-045E-BB01-C517B23FC736}"/>
              </a:ext>
            </a:extLst>
          </p:cNvPr>
          <p:cNvCxnSpPr>
            <a:cxnSpLocks/>
          </p:cNvCxnSpPr>
          <p:nvPr/>
        </p:nvCxnSpPr>
        <p:spPr>
          <a:xfrm>
            <a:off x="6540404" y="3801012"/>
            <a:ext cx="363324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1" name="Straight Connector 570">
            <a:extLst>
              <a:ext uri="{FF2B5EF4-FFF2-40B4-BE49-F238E27FC236}">
                <a16:creationId xmlns:a16="http://schemas.microsoft.com/office/drawing/2014/main" id="{3100EAEE-33D7-09B9-A899-5B6E55A09B2C}"/>
              </a:ext>
            </a:extLst>
          </p:cNvPr>
          <p:cNvCxnSpPr>
            <a:cxnSpLocks/>
          </p:cNvCxnSpPr>
          <p:nvPr/>
        </p:nvCxnSpPr>
        <p:spPr>
          <a:xfrm>
            <a:off x="6544722" y="2214851"/>
            <a:ext cx="0" cy="158546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72" name="TextBox 571">
                <a:extLst>
                  <a:ext uri="{FF2B5EF4-FFF2-40B4-BE49-F238E27FC236}">
                    <a16:creationId xmlns:a16="http://schemas.microsoft.com/office/drawing/2014/main" id="{C7F1F664-A312-AF37-A404-EFB73A300512}"/>
                  </a:ext>
                </a:extLst>
              </p:cNvPr>
              <p:cNvSpPr txBox="1"/>
              <p:nvPr/>
            </p:nvSpPr>
            <p:spPr>
              <a:xfrm>
                <a:off x="9233266" y="1806922"/>
                <a:ext cx="754577" cy="2569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𝑜𝑢𝑡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572" name="TextBox 571">
                <a:extLst>
                  <a:ext uri="{FF2B5EF4-FFF2-40B4-BE49-F238E27FC236}">
                    <a16:creationId xmlns:a16="http://schemas.microsoft.com/office/drawing/2014/main" id="{C7F1F664-A312-AF37-A404-EFB73A3005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3266" y="1806922"/>
                <a:ext cx="754577" cy="256993"/>
              </a:xfrm>
              <a:prstGeom prst="rect">
                <a:avLst/>
              </a:prstGeom>
              <a:blipFill>
                <a:blip r:embed="rId27"/>
                <a:stretch>
                  <a:fillRect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3" name="TextBox 572">
                <a:extLst>
                  <a:ext uri="{FF2B5EF4-FFF2-40B4-BE49-F238E27FC236}">
                    <a16:creationId xmlns:a16="http://schemas.microsoft.com/office/drawing/2014/main" id="{0D807CEE-B724-0A2D-968F-8DE4C0B9A0B3}"/>
                  </a:ext>
                </a:extLst>
              </p:cNvPr>
              <p:cNvSpPr txBox="1"/>
              <p:nvPr/>
            </p:nvSpPr>
            <p:spPr>
              <a:xfrm>
                <a:off x="9233266" y="2566638"/>
                <a:ext cx="754577" cy="2569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𝑜𝑢𝑡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573" name="TextBox 572">
                <a:extLst>
                  <a:ext uri="{FF2B5EF4-FFF2-40B4-BE49-F238E27FC236}">
                    <a16:creationId xmlns:a16="http://schemas.microsoft.com/office/drawing/2014/main" id="{0D807CEE-B724-0A2D-968F-8DE4C0B9A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3266" y="2566638"/>
                <a:ext cx="754577" cy="256993"/>
              </a:xfrm>
              <a:prstGeom prst="rect">
                <a:avLst/>
              </a:prstGeom>
              <a:blipFill>
                <a:blip r:embed="rId28"/>
                <a:stretch>
                  <a:fillRect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4" name="TextBox 573">
                <a:extLst>
                  <a:ext uri="{FF2B5EF4-FFF2-40B4-BE49-F238E27FC236}">
                    <a16:creationId xmlns:a16="http://schemas.microsoft.com/office/drawing/2014/main" id="{8689B5B5-943E-D136-9712-D871ADEEA91A}"/>
                  </a:ext>
                </a:extLst>
              </p:cNvPr>
              <p:cNvSpPr txBox="1"/>
              <p:nvPr/>
            </p:nvSpPr>
            <p:spPr>
              <a:xfrm>
                <a:off x="9240439" y="3351204"/>
                <a:ext cx="737847" cy="26353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𝑜𝑢𝑡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574" name="TextBox 573">
                <a:extLst>
                  <a:ext uri="{FF2B5EF4-FFF2-40B4-BE49-F238E27FC236}">
                    <a16:creationId xmlns:a16="http://schemas.microsoft.com/office/drawing/2014/main" id="{8689B5B5-943E-D136-9712-D871ADEEA9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0439" y="3351204"/>
                <a:ext cx="737847" cy="263534"/>
              </a:xfrm>
              <a:prstGeom prst="rect">
                <a:avLst/>
              </a:prstGeom>
              <a:blipFill>
                <a:blip r:embed="rId29"/>
                <a:stretch>
                  <a:fillRect b="-23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75" name="Graphic 574" descr="Badge Cross outline">
            <a:extLst>
              <a:ext uri="{FF2B5EF4-FFF2-40B4-BE49-F238E27FC236}">
                <a16:creationId xmlns:a16="http://schemas.microsoft.com/office/drawing/2014/main" id="{E809D5F8-EFE6-42E3-DE91-F773667E9C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7522963" y="3774133"/>
            <a:ext cx="253281" cy="253281"/>
          </a:xfrm>
          <a:prstGeom prst="rect">
            <a:avLst/>
          </a:prstGeom>
        </p:spPr>
      </p:pic>
      <p:pic>
        <p:nvPicPr>
          <p:cNvPr id="576" name="Graphic 575" descr="Badge Cross outline">
            <a:extLst>
              <a:ext uri="{FF2B5EF4-FFF2-40B4-BE49-F238E27FC236}">
                <a16:creationId xmlns:a16="http://schemas.microsoft.com/office/drawing/2014/main" id="{724C33FB-ADE4-4254-124C-25440EE8FF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7522963" y="2978297"/>
            <a:ext cx="253281" cy="253281"/>
          </a:xfrm>
          <a:prstGeom prst="rect">
            <a:avLst/>
          </a:prstGeom>
        </p:spPr>
      </p:pic>
      <p:pic>
        <p:nvPicPr>
          <p:cNvPr id="577" name="Graphic 576" descr="Badge Cross outline">
            <a:extLst>
              <a:ext uri="{FF2B5EF4-FFF2-40B4-BE49-F238E27FC236}">
                <a16:creationId xmlns:a16="http://schemas.microsoft.com/office/drawing/2014/main" id="{92E82EAA-4B27-FB07-C742-C88B8A4A2D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7522963" y="2182459"/>
            <a:ext cx="253281" cy="253281"/>
          </a:xfrm>
          <a:prstGeom prst="rect">
            <a:avLst/>
          </a:prstGeom>
        </p:spPr>
      </p:pic>
      <p:pic>
        <p:nvPicPr>
          <p:cNvPr id="578" name="Graphic 577" descr="Badge Follow outline">
            <a:extLst>
              <a:ext uri="{FF2B5EF4-FFF2-40B4-BE49-F238E27FC236}">
                <a16:creationId xmlns:a16="http://schemas.microsoft.com/office/drawing/2014/main" id="{E84ED6A5-5F9C-8016-2BC4-8AC930AC09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5864518" y="2380970"/>
            <a:ext cx="256032" cy="256032"/>
          </a:xfrm>
          <a:prstGeom prst="rect">
            <a:avLst/>
          </a:prstGeom>
        </p:spPr>
      </p:pic>
      <p:cxnSp>
        <p:nvCxnSpPr>
          <p:cNvPr id="579" name="Straight Arrow Connector 578">
            <a:extLst>
              <a:ext uri="{FF2B5EF4-FFF2-40B4-BE49-F238E27FC236}">
                <a16:creationId xmlns:a16="http://schemas.microsoft.com/office/drawing/2014/main" id="{7670EA19-3E7A-347A-1923-BA9C1EF3592A}"/>
              </a:ext>
            </a:extLst>
          </p:cNvPr>
          <p:cNvCxnSpPr>
            <a:cxnSpLocks/>
          </p:cNvCxnSpPr>
          <p:nvPr/>
        </p:nvCxnSpPr>
        <p:spPr>
          <a:xfrm>
            <a:off x="6086138" y="2508986"/>
            <a:ext cx="200520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0" name="Straight Connector 579">
            <a:extLst>
              <a:ext uri="{FF2B5EF4-FFF2-40B4-BE49-F238E27FC236}">
                <a16:creationId xmlns:a16="http://schemas.microsoft.com/office/drawing/2014/main" id="{57EFEBAC-C156-2A37-4BCF-834E31536402}"/>
              </a:ext>
            </a:extLst>
          </p:cNvPr>
          <p:cNvCxnSpPr>
            <a:cxnSpLocks/>
          </p:cNvCxnSpPr>
          <p:nvPr/>
        </p:nvCxnSpPr>
        <p:spPr>
          <a:xfrm>
            <a:off x="5766720" y="2508987"/>
            <a:ext cx="132021" cy="56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81" name="Graphic 580" descr="Badge Follow outline">
            <a:extLst>
              <a:ext uri="{FF2B5EF4-FFF2-40B4-BE49-F238E27FC236}">
                <a16:creationId xmlns:a16="http://schemas.microsoft.com/office/drawing/2014/main" id="{5CBFD94A-AB88-92BA-4693-7936AF849D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9469319" y="2087536"/>
            <a:ext cx="256032" cy="256032"/>
          </a:xfrm>
          <a:prstGeom prst="rect">
            <a:avLst/>
          </a:prstGeom>
        </p:spPr>
      </p:pic>
      <p:cxnSp>
        <p:nvCxnSpPr>
          <p:cNvPr id="582" name="Straight Arrow Connector 581">
            <a:extLst>
              <a:ext uri="{FF2B5EF4-FFF2-40B4-BE49-F238E27FC236}">
                <a16:creationId xmlns:a16="http://schemas.microsoft.com/office/drawing/2014/main" id="{FAE9AE2E-4090-7B96-7ADE-AD23CA47D5EB}"/>
              </a:ext>
            </a:extLst>
          </p:cNvPr>
          <p:cNvCxnSpPr>
            <a:cxnSpLocks/>
          </p:cNvCxnSpPr>
          <p:nvPr/>
        </p:nvCxnSpPr>
        <p:spPr>
          <a:xfrm>
            <a:off x="9690939" y="2215552"/>
            <a:ext cx="200520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3" name="Straight Connector 582">
            <a:extLst>
              <a:ext uri="{FF2B5EF4-FFF2-40B4-BE49-F238E27FC236}">
                <a16:creationId xmlns:a16="http://schemas.microsoft.com/office/drawing/2014/main" id="{F6382F8C-AC23-DBE4-B27B-688CBA2956EE}"/>
              </a:ext>
            </a:extLst>
          </p:cNvPr>
          <p:cNvCxnSpPr>
            <a:cxnSpLocks/>
          </p:cNvCxnSpPr>
          <p:nvPr/>
        </p:nvCxnSpPr>
        <p:spPr>
          <a:xfrm>
            <a:off x="9371520" y="2215552"/>
            <a:ext cx="132021" cy="56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84" name="Graphic 583" descr="Badge Follow outline">
            <a:extLst>
              <a:ext uri="{FF2B5EF4-FFF2-40B4-BE49-F238E27FC236}">
                <a16:creationId xmlns:a16="http://schemas.microsoft.com/office/drawing/2014/main" id="{D3261EBD-B324-9A90-19B3-AB16737D39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9469319" y="2880265"/>
            <a:ext cx="256032" cy="256032"/>
          </a:xfrm>
          <a:prstGeom prst="rect">
            <a:avLst/>
          </a:prstGeom>
        </p:spPr>
      </p:pic>
      <p:cxnSp>
        <p:nvCxnSpPr>
          <p:cNvPr id="585" name="Straight Arrow Connector 584">
            <a:extLst>
              <a:ext uri="{FF2B5EF4-FFF2-40B4-BE49-F238E27FC236}">
                <a16:creationId xmlns:a16="http://schemas.microsoft.com/office/drawing/2014/main" id="{771519B3-A80B-B4D1-4A77-36F739E88510}"/>
              </a:ext>
            </a:extLst>
          </p:cNvPr>
          <p:cNvCxnSpPr>
            <a:cxnSpLocks/>
          </p:cNvCxnSpPr>
          <p:nvPr/>
        </p:nvCxnSpPr>
        <p:spPr>
          <a:xfrm>
            <a:off x="9690939" y="3008281"/>
            <a:ext cx="2005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18F179F9-93BF-59EF-34C1-08441D9D611C}"/>
              </a:ext>
            </a:extLst>
          </p:cNvPr>
          <p:cNvCxnSpPr>
            <a:cxnSpLocks/>
          </p:cNvCxnSpPr>
          <p:nvPr/>
        </p:nvCxnSpPr>
        <p:spPr>
          <a:xfrm>
            <a:off x="9371520" y="3008281"/>
            <a:ext cx="132021" cy="56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87" name="Graphic 586" descr="Badge Follow outline">
            <a:extLst>
              <a:ext uri="{FF2B5EF4-FFF2-40B4-BE49-F238E27FC236}">
                <a16:creationId xmlns:a16="http://schemas.microsoft.com/office/drawing/2014/main" id="{7856B542-37DA-9681-D5EF-3E81BF078F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9469319" y="3672996"/>
            <a:ext cx="256032" cy="256032"/>
          </a:xfrm>
          <a:prstGeom prst="rect">
            <a:avLst/>
          </a:prstGeom>
        </p:spPr>
      </p:pic>
      <p:cxnSp>
        <p:nvCxnSpPr>
          <p:cNvPr id="588" name="Straight Arrow Connector 587">
            <a:extLst>
              <a:ext uri="{FF2B5EF4-FFF2-40B4-BE49-F238E27FC236}">
                <a16:creationId xmlns:a16="http://schemas.microsoft.com/office/drawing/2014/main" id="{72BBE5E6-13C2-8A1F-AA24-D65C9C1AC1A4}"/>
              </a:ext>
            </a:extLst>
          </p:cNvPr>
          <p:cNvCxnSpPr>
            <a:cxnSpLocks/>
          </p:cNvCxnSpPr>
          <p:nvPr/>
        </p:nvCxnSpPr>
        <p:spPr>
          <a:xfrm>
            <a:off x="9690939" y="3801012"/>
            <a:ext cx="2005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9" name="Straight Connector 588">
            <a:extLst>
              <a:ext uri="{FF2B5EF4-FFF2-40B4-BE49-F238E27FC236}">
                <a16:creationId xmlns:a16="http://schemas.microsoft.com/office/drawing/2014/main" id="{62421D8C-57B8-4FDD-A9C8-0422DF8E1C10}"/>
              </a:ext>
            </a:extLst>
          </p:cNvPr>
          <p:cNvCxnSpPr>
            <a:cxnSpLocks/>
          </p:cNvCxnSpPr>
          <p:nvPr/>
        </p:nvCxnSpPr>
        <p:spPr>
          <a:xfrm>
            <a:off x="9371520" y="3801012"/>
            <a:ext cx="132021" cy="56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0" name="Rectangle 589">
            <a:extLst>
              <a:ext uri="{FF2B5EF4-FFF2-40B4-BE49-F238E27FC236}">
                <a16:creationId xmlns:a16="http://schemas.microsoft.com/office/drawing/2014/main" id="{7BFCB140-D48D-C874-0937-D77D1E8BD998}"/>
              </a:ext>
            </a:extLst>
          </p:cNvPr>
          <p:cNvSpPr/>
          <p:nvPr/>
        </p:nvSpPr>
        <p:spPr>
          <a:xfrm>
            <a:off x="8718217" y="2066950"/>
            <a:ext cx="438912" cy="4846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91" name="Rectangle 590">
            <a:extLst>
              <a:ext uri="{FF2B5EF4-FFF2-40B4-BE49-F238E27FC236}">
                <a16:creationId xmlns:a16="http://schemas.microsoft.com/office/drawing/2014/main" id="{AB043561-4746-3639-48F9-CCE71D70D10A}"/>
              </a:ext>
            </a:extLst>
          </p:cNvPr>
          <p:cNvSpPr/>
          <p:nvPr/>
        </p:nvSpPr>
        <p:spPr>
          <a:xfrm>
            <a:off x="6992485" y="2066950"/>
            <a:ext cx="438912" cy="4846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D8C2A8AC-CA92-8768-9303-5B9B7C2AAF18}"/>
              </a:ext>
            </a:extLst>
          </p:cNvPr>
          <p:cNvSpPr/>
          <p:nvPr/>
        </p:nvSpPr>
        <p:spPr>
          <a:xfrm>
            <a:off x="6990745" y="2865864"/>
            <a:ext cx="438912" cy="4846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44CE96CD-1427-BF50-4DF7-2E35857142E0}"/>
              </a:ext>
            </a:extLst>
          </p:cNvPr>
          <p:cNvSpPr/>
          <p:nvPr/>
        </p:nvSpPr>
        <p:spPr>
          <a:xfrm>
            <a:off x="8736733" y="2865864"/>
            <a:ext cx="438912" cy="4846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94" name="Rectangle 593">
            <a:extLst>
              <a:ext uri="{FF2B5EF4-FFF2-40B4-BE49-F238E27FC236}">
                <a16:creationId xmlns:a16="http://schemas.microsoft.com/office/drawing/2014/main" id="{D5F449AB-6873-8F8C-5B74-C5AD6013F777}"/>
              </a:ext>
            </a:extLst>
          </p:cNvPr>
          <p:cNvSpPr/>
          <p:nvPr/>
        </p:nvSpPr>
        <p:spPr>
          <a:xfrm>
            <a:off x="6991699" y="3650188"/>
            <a:ext cx="438912" cy="4846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95" name="Rectangle 594">
            <a:extLst>
              <a:ext uri="{FF2B5EF4-FFF2-40B4-BE49-F238E27FC236}">
                <a16:creationId xmlns:a16="http://schemas.microsoft.com/office/drawing/2014/main" id="{315873EE-F2FD-F2AE-80D0-8E9D9D6D610F}"/>
              </a:ext>
            </a:extLst>
          </p:cNvPr>
          <p:cNvSpPr/>
          <p:nvPr/>
        </p:nvSpPr>
        <p:spPr>
          <a:xfrm>
            <a:off x="8721642" y="3661866"/>
            <a:ext cx="438912" cy="4846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98" name="Rectangle 597">
            <a:extLst>
              <a:ext uri="{FF2B5EF4-FFF2-40B4-BE49-F238E27FC236}">
                <a16:creationId xmlns:a16="http://schemas.microsoft.com/office/drawing/2014/main" id="{42EE82A6-FD81-570C-AE98-3ED7343EB8A4}"/>
              </a:ext>
            </a:extLst>
          </p:cNvPr>
          <p:cNvSpPr/>
          <p:nvPr/>
        </p:nvSpPr>
        <p:spPr>
          <a:xfrm>
            <a:off x="8736733" y="2865864"/>
            <a:ext cx="438912" cy="4846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515" name="Straight Arrow Connector 514">
            <a:extLst>
              <a:ext uri="{FF2B5EF4-FFF2-40B4-BE49-F238E27FC236}">
                <a16:creationId xmlns:a16="http://schemas.microsoft.com/office/drawing/2014/main" id="{FE35AA5D-3C1C-0383-4045-C7049EEBE890}"/>
              </a:ext>
            </a:extLst>
          </p:cNvPr>
          <p:cNvCxnSpPr>
            <a:cxnSpLocks/>
          </p:cNvCxnSpPr>
          <p:nvPr/>
        </p:nvCxnSpPr>
        <p:spPr>
          <a:xfrm>
            <a:off x="5057956" y="3477265"/>
            <a:ext cx="318753" cy="14219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46" name="Picture 545" descr="A black symbol with black text&#10;&#10;Description automatically generated">
            <a:extLst>
              <a:ext uri="{FF2B5EF4-FFF2-40B4-BE49-F238E27FC236}">
                <a16:creationId xmlns:a16="http://schemas.microsoft.com/office/drawing/2014/main" id="{84071B6C-3D1D-FB3B-06DC-203E07B88729}"/>
              </a:ext>
            </a:extLst>
          </p:cNvPr>
          <p:cNvPicPr>
            <a:picLocks noChangeAspect="1"/>
          </p:cNvPicPr>
          <p:nvPr/>
        </p:nvPicPr>
        <p:blipFill>
          <a:blip r:embed="rId32"/>
          <a:srcRect r="4246"/>
          <a:stretch>
            <a:fillRect/>
          </a:stretch>
        </p:blipFill>
        <p:spPr>
          <a:xfrm>
            <a:off x="4929522" y="4930384"/>
            <a:ext cx="3732121" cy="1005840"/>
          </a:xfrm>
          <a:prstGeom prst="rect">
            <a:avLst/>
          </a:prstGeom>
        </p:spPr>
      </p:pic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66495816-17F0-76DB-BFCB-2B0259019BB6}"/>
              </a:ext>
            </a:extLst>
          </p:cNvPr>
          <p:cNvCxnSpPr>
            <a:cxnSpLocks/>
          </p:cNvCxnSpPr>
          <p:nvPr/>
        </p:nvCxnSpPr>
        <p:spPr>
          <a:xfrm flipH="1">
            <a:off x="6121634" y="4234902"/>
            <a:ext cx="3701517" cy="7537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7" name="TextBox 476">
            <a:extLst>
              <a:ext uri="{FF2B5EF4-FFF2-40B4-BE49-F238E27FC236}">
                <a16:creationId xmlns:a16="http://schemas.microsoft.com/office/drawing/2014/main" id="{91761F7C-E2AA-6B97-08CF-3AA0417D33C4}"/>
              </a:ext>
            </a:extLst>
          </p:cNvPr>
          <p:cNvSpPr txBox="1"/>
          <p:nvPr/>
        </p:nvSpPr>
        <p:spPr>
          <a:xfrm>
            <a:off x="4285160" y="4561053"/>
            <a:ext cx="7264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x</a:t>
            </a:r>
          </a:p>
        </p:txBody>
      </p:sp>
      <p:sp>
        <p:nvSpPr>
          <p:cNvPr id="478" name="TextBox 477">
            <a:extLst>
              <a:ext uri="{FF2B5EF4-FFF2-40B4-BE49-F238E27FC236}">
                <a16:creationId xmlns:a16="http://schemas.microsoft.com/office/drawing/2014/main" id="{4067D17E-9871-E231-3A87-7A737AC85C94}"/>
              </a:ext>
            </a:extLst>
          </p:cNvPr>
          <p:cNvSpPr txBox="1"/>
          <p:nvPr/>
        </p:nvSpPr>
        <p:spPr>
          <a:xfrm>
            <a:off x="8812606" y="4561053"/>
            <a:ext cx="15199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response r</a:t>
            </a:r>
            <a:endParaRPr lang="en-US" sz="1400" b="1" dirty="0"/>
          </a:p>
        </p:txBody>
      </p:sp>
      <p:sp>
        <p:nvSpPr>
          <p:cNvPr id="479" name="TextBox 478">
            <a:extLst>
              <a:ext uri="{FF2B5EF4-FFF2-40B4-BE49-F238E27FC236}">
                <a16:creationId xmlns:a16="http://schemas.microsoft.com/office/drawing/2014/main" id="{57000959-8E41-8C30-BE2A-DF9D903A076C}"/>
              </a:ext>
            </a:extLst>
          </p:cNvPr>
          <p:cNvSpPr txBox="1"/>
          <p:nvPr/>
        </p:nvSpPr>
        <p:spPr>
          <a:xfrm>
            <a:off x="8707623" y="5921683"/>
            <a:ext cx="32447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 to metabolic cost of firing spikes</a:t>
            </a:r>
            <a:endParaRPr lang="en-US" sz="1400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0E0D97F-AF57-BDA0-8138-EE8BBD9C1872}"/>
              </a:ext>
            </a:extLst>
          </p:cNvPr>
          <p:cNvPicPr>
            <a:picLocks noChangeAspect="1"/>
          </p:cNvPicPr>
          <p:nvPr/>
        </p:nvPicPr>
        <p:blipFill>
          <a:blip r:embed="rId33"/>
          <a:srcRect t="31784" r="66727" b="20779"/>
          <a:stretch>
            <a:fillRect/>
          </a:stretch>
        </p:blipFill>
        <p:spPr>
          <a:xfrm>
            <a:off x="1995835" y="1909414"/>
            <a:ext cx="1283079" cy="136999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40B153E-A599-0FE1-D905-4ECB9F9B89D8}"/>
              </a:ext>
            </a:extLst>
          </p:cNvPr>
          <p:cNvPicPr>
            <a:picLocks noChangeAspect="1"/>
          </p:cNvPicPr>
          <p:nvPr/>
        </p:nvPicPr>
        <p:blipFill>
          <a:blip r:embed="rId34"/>
          <a:srcRect l="3172" r="3172"/>
          <a:stretch/>
        </p:blipFill>
        <p:spPr>
          <a:xfrm>
            <a:off x="4137527" y="1898719"/>
            <a:ext cx="1306823" cy="1395345"/>
          </a:xfrm>
          <a:prstGeom prst="rect">
            <a:avLst/>
          </a:prstGeom>
        </p:spPr>
      </p:pic>
      <p:sp>
        <p:nvSpPr>
          <p:cNvPr id="476" name="TextBox 475">
            <a:extLst>
              <a:ext uri="{FF2B5EF4-FFF2-40B4-BE49-F238E27FC236}">
                <a16:creationId xmlns:a16="http://schemas.microsoft.com/office/drawing/2014/main" id="{CA4EE4D3-1FA9-410A-E63E-EE1FDD9F7529}"/>
              </a:ext>
            </a:extLst>
          </p:cNvPr>
          <p:cNvSpPr txBox="1"/>
          <p:nvPr/>
        </p:nvSpPr>
        <p:spPr>
          <a:xfrm>
            <a:off x="1046437" y="4988615"/>
            <a:ext cx="388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aximize information transfer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83D6D5B-0DAE-90A1-AC0D-07914107BAB2}"/>
              </a:ext>
            </a:extLst>
          </p:cNvPr>
          <p:cNvCxnSpPr>
            <a:cxnSpLocks/>
          </p:cNvCxnSpPr>
          <p:nvPr/>
        </p:nvCxnSpPr>
        <p:spPr>
          <a:xfrm flipH="1" flipV="1">
            <a:off x="7776244" y="5642964"/>
            <a:ext cx="840444" cy="411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455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40</Words>
  <Application>Microsoft Macintosh PowerPoint</Application>
  <PresentationFormat>Widescreen</PresentationFormat>
  <Paragraphs>24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Dennis Perez</dc:creator>
  <cp:lastModifiedBy>Dennis Perez</cp:lastModifiedBy>
  <cp:revision>1</cp:revision>
  <dcterms:created xsi:type="dcterms:W3CDTF">2026-05-20T16:58:21Z</dcterms:created>
  <dcterms:modified xsi:type="dcterms:W3CDTF">2026-05-20T17:00:18Z</dcterms:modified>
</cp:coreProperties>
</file>